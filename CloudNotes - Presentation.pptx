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08"/>
    <p:restoredTop sz="95748"/>
  </p:normalViewPr>
  <p:slideViewPr>
    <p:cSldViewPr snapToGrid="0" snapToObjects="1">
      <p:cViewPr varScale="1">
        <p:scale>
          <a:sx n="95" d="100"/>
          <a:sy n="95" d="100"/>
        </p:scale>
        <p:origin x="6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12/6/21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12/6/21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12/6/21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12/6/21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12/6/21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12/6/21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12/6/21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12/6/21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12/6/21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12/6/21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12/6/21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12/6/21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12/6/21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12/6/21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12/6/21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12/6/21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12/6/21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12/6/21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21F8A-C643-FA47-B6D5-2C029F9E45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Cloudnotes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F6DCE3-B103-C84D-BE77-D27835FD1B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 err="1"/>
              <a:t>Kitsantas</a:t>
            </a:r>
            <a:r>
              <a:rPr lang="en-US" dirty="0"/>
              <a:t> </a:t>
            </a:r>
            <a:r>
              <a:rPr lang="en-US" dirty="0" err="1"/>
              <a:t>fotios</a:t>
            </a:r>
            <a:r>
              <a:rPr lang="en-US" dirty="0"/>
              <a:t> (ID: 200048454)</a:t>
            </a:r>
          </a:p>
          <a:p>
            <a:r>
              <a:rPr lang="en-US" dirty="0"/>
              <a:t>EFETOBOR ORUMA (ID: 200000318)</a:t>
            </a:r>
          </a:p>
        </p:txBody>
      </p:sp>
    </p:spTree>
    <p:extLst>
      <p:ext uri="{BB962C8B-B14F-4D97-AF65-F5344CB8AC3E}">
        <p14:creationId xmlns:p14="http://schemas.microsoft.com/office/powerpoint/2010/main" val="42772441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030E4-BB07-B448-BE5C-B95FC0F9F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this cloud app.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EB75F-A13B-6B4A-AD18-E6CD4663C9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814045"/>
            <a:ext cx="9905999" cy="3541714"/>
          </a:xfrm>
        </p:spPr>
        <p:txBody>
          <a:bodyPr/>
          <a:lstStyle/>
          <a:p>
            <a:r>
              <a:rPr lang="en-US" dirty="0"/>
              <a:t>User Friendly.</a:t>
            </a:r>
          </a:p>
          <a:p>
            <a:r>
              <a:rPr lang="en-US" dirty="0"/>
              <a:t>Fast &amp; Secured environment.</a:t>
            </a:r>
          </a:p>
          <a:p>
            <a:r>
              <a:rPr lang="en-US" dirty="0"/>
              <a:t>Accessible from different Devices / Locations.</a:t>
            </a:r>
          </a:p>
          <a:p>
            <a:r>
              <a:rPr lang="en-US" dirty="0"/>
              <a:t>Offers Cloud Computing advantages.</a:t>
            </a:r>
          </a:p>
        </p:txBody>
      </p:sp>
    </p:spTree>
    <p:extLst>
      <p:ext uri="{BB962C8B-B14F-4D97-AF65-F5344CB8AC3E}">
        <p14:creationId xmlns:p14="http://schemas.microsoft.com/office/powerpoint/2010/main" val="3430114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0F8D6-E865-3C48-A874-9158E1139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stage of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AB7BD9-563D-F44B-A6A2-79524ACD14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☑️ Google App Engine</a:t>
            </a:r>
          </a:p>
          <a:p>
            <a:r>
              <a:rPr lang="en-US" dirty="0"/>
              <a:t>☑️ Google Cloud Storage</a:t>
            </a:r>
          </a:p>
          <a:p>
            <a:r>
              <a:rPr lang="en-US" dirty="0"/>
              <a:t>☑️ Google SQL </a:t>
            </a:r>
          </a:p>
        </p:txBody>
      </p:sp>
    </p:spTree>
    <p:extLst>
      <p:ext uri="{BB962C8B-B14F-4D97-AF65-F5344CB8AC3E}">
        <p14:creationId xmlns:p14="http://schemas.microsoft.com/office/powerpoint/2010/main" val="3207495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D83AB-A3EE-1F47-B04F-BFCD69C6F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Todo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1269DF-D68B-BA46-98F1-76AAAE6CE4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🔘 Authentication System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🔘 GUI Improvements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🔘 Source Code Optimization </a:t>
            </a:r>
          </a:p>
        </p:txBody>
      </p:sp>
    </p:spTree>
    <p:extLst>
      <p:ext uri="{BB962C8B-B14F-4D97-AF65-F5344CB8AC3E}">
        <p14:creationId xmlns:p14="http://schemas.microsoft.com/office/powerpoint/2010/main" val="2735717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4206E-8583-7947-B52B-17F114A9D6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3471" y="3106271"/>
            <a:ext cx="7483940" cy="26849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72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08963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14</TotalTime>
  <Words>73</Words>
  <Application>Microsoft Macintosh PowerPoint</Application>
  <PresentationFormat>Widescreen</PresentationFormat>
  <Paragraphs>21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Tw Cen MT</vt:lpstr>
      <vt:lpstr>Circuit</vt:lpstr>
      <vt:lpstr>Cloudnotes</vt:lpstr>
      <vt:lpstr>Why do we need this cloud app. </vt:lpstr>
      <vt:lpstr>Current stage of development</vt:lpstr>
      <vt:lpstr>Todo: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Cloudnotes</dc:title>
  <dc:creator>PG-Kitsantas, Fotios</dc:creator>
  <cp:lastModifiedBy>PG-Kitsantas, Fotios</cp:lastModifiedBy>
  <cp:revision>1</cp:revision>
  <dcterms:created xsi:type="dcterms:W3CDTF">2021-12-06T16:46:21Z</dcterms:created>
  <dcterms:modified xsi:type="dcterms:W3CDTF">2021-12-06T17:01:18Z</dcterms:modified>
</cp:coreProperties>
</file>